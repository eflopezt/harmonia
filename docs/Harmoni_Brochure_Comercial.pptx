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274320"/>
            <a:ext cx="3200400" cy="3200400"/>
          </a:xfrm>
          <a:prstGeom prst="ellipse">
            <a:avLst/>
          </a:prstGeom>
          <a:solidFill>
            <a:srgbClr val="134E4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731520"/>
            <a:ext cx="2286000" cy="2286000"/>
          </a:xfrm>
          <a:prstGeom prst="ellipse">
            <a:avLst/>
          </a:prstGeom>
          <a:solidFill>
            <a:srgbClr val="0F766E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548640" cy="4572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 ERP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Inteligente de RRHH y Asistencia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3931920"/>
            <a:ext cx="9144000" cy="731520"/>
          </a:xfrm>
          <a:prstGeom prst="rect">
            <a:avLst/>
          </a:prstGeom>
          <a:solidFill>
            <a:srgbClr val="134E4A">
              <a:alpha val="6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9776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web que automatiza tu cierre de planilla y control de asistencia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846320"/>
            <a:ext cx="2743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harmoni.pe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desafíos que enfrentan los equipos de RRHH cada día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7863840" cy="54864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08760"/>
            <a:ext cx="54864" cy="54864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1848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5087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manual de asistencia con Excel y papeles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2167128"/>
            <a:ext cx="7863840" cy="54864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2167128"/>
            <a:ext cx="54864" cy="54864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76856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16712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frecuentes en cálculo de horas extra (HE 25%, 35%, 100%)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2825496"/>
            <a:ext cx="7863840" cy="54864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0080" y="2825496"/>
            <a:ext cx="54864" cy="54864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935224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2825496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visibilidad en el cierre de planilla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40080" y="3483864"/>
            <a:ext cx="7863840" cy="54864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40080" y="3483864"/>
            <a:ext cx="54864" cy="54864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593592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17320" y="3483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manuales para exportar a S10 ERP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4142232"/>
            <a:ext cx="7863840" cy="54864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40080" y="4142232"/>
            <a:ext cx="54864" cy="54864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251960"/>
            <a:ext cx="320040" cy="3200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417320" y="414223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vencidos sin seguimiento, documentos dispersos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Solución: Harmoni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integral para gestión de RRHH y control de asistencia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25780" y="1828800"/>
            <a:ext cx="2514600" cy="2560320"/>
          </a:xfrm>
          <a:prstGeom prst="rect">
            <a:avLst/>
          </a:prstGeom>
          <a:solidFill>
            <a:srgbClr val="134E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25780" y="1828800"/>
            <a:ext cx="2514600" cy="54864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7" name="Shape 5"/>
          <p:cNvSpPr/>
          <p:nvPr/>
        </p:nvSpPr>
        <p:spPr>
          <a:xfrm>
            <a:off x="1417320" y="2148840"/>
            <a:ext cx="731520" cy="731520"/>
          </a:xfrm>
          <a:prstGeom prst="ellipse">
            <a:avLst/>
          </a:prstGeom>
          <a:solidFill>
            <a:srgbClr val="0D2B2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7340" y="2313432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62940" y="3063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Total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08660" y="35204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la marcación biométrica hasta el reporte S10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14700" y="1828800"/>
            <a:ext cx="2514600" cy="2560320"/>
          </a:xfrm>
          <a:prstGeom prst="rect">
            <a:avLst/>
          </a:prstGeom>
          <a:solidFill>
            <a:srgbClr val="134E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14700" y="1828800"/>
            <a:ext cx="2514600" cy="54864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3" name="Shape 10"/>
          <p:cNvSpPr/>
          <p:nvPr/>
        </p:nvSpPr>
        <p:spPr>
          <a:xfrm>
            <a:off x="4206240" y="2148840"/>
            <a:ext cx="731520" cy="731520"/>
          </a:xfrm>
          <a:prstGeom prst="ellipse">
            <a:avLst/>
          </a:prstGeom>
          <a:solidFill>
            <a:srgbClr val="0D2B2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6260" y="2313432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51860" y="3063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en Tiempo Real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497580" y="35204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 alertas, KPIs y estado de cierre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103620" y="1828800"/>
            <a:ext cx="2514600" cy="2560320"/>
          </a:xfrm>
          <a:prstGeom prst="rect">
            <a:avLst/>
          </a:prstGeom>
          <a:solidFill>
            <a:srgbClr val="134E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03620" y="1828800"/>
            <a:ext cx="2514600" cy="54864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9" name="Shape 15"/>
          <p:cNvSpPr/>
          <p:nvPr/>
        </p:nvSpPr>
        <p:spPr>
          <a:xfrm>
            <a:off x="6995160" y="2148840"/>
            <a:ext cx="731520" cy="731520"/>
          </a:xfrm>
          <a:prstGeom prst="ellipse">
            <a:avLst/>
          </a:prstGeom>
          <a:solidFill>
            <a:srgbClr val="0D2B27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180" y="2313432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40780" y="3063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Laboral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286500" y="35204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automático de HE según normativa peruana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del Sistema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94360" y="1188720"/>
            <a:ext cx="3794760" cy="155448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188720"/>
            <a:ext cx="64008" cy="15544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463040"/>
            <a:ext cx="640080" cy="640080"/>
          </a:xfrm>
          <a:prstGeom prst="ellipse">
            <a:avLst/>
          </a:prstGeom>
          <a:solidFill>
            <a:srgbClr val="0F766E">
              <a:alpha val="15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57276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417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91640" y="18288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empleados, áreas, contratos, cargos y roster matricial 14x7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188720"/>
            <a:ext cx="3794760" cy="155448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188720"/>
            <a:ext cx="64008" cy="155448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1" name="Shape 8"/>
          <p:cNvSpPr/>
          <p:nvPr/>
        </p:nvSpPr>
        <p:spPr>
          <a:xfrm>
            <a:off x="5029200" y="1463040"/>
            <a:ext cx="640080" cy="640080"/>
          </a:xfrm>
          <a:prstGeom prst="ellipse">
            <a:avLst/>
          </a:prstGeom>
          <a:solidFill>
            <a:srgbClr val="1D4ED8">
              <a:alpha val="15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572768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852160" y="1417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852160" y="18288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Importación de biométricos .dat, calendario visual, banco de horas, cortes configurables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94360" y="3063240"/>
            <a:ext cx="3794760" cy="155448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94360" y="3063240"/>
            <a:ext cx="64008" cy="1554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Shape 13"/>
          <p:cNvSpPr/>
          <p:nvPr/>
        </p:nvSpPr>
        <p:spPr>
          <a:xfrm>
            <a:off x="868680" y="3337560"/>
            <a:ext cx="640080" cy="64008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3447288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32918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1691640" y="37033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reportes Excel: planilla S10, faltas, HE, validación, tareo diario, consolidado mensual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754880" y="3063240"/>
            <a:ext cx="3794760" cy="1554480"/>
          </a:xfrm>
          <a:prstGeom prst="rect">
            <a:avLst/>
          </a:prstGeom>
          <a:solidFill>
            <a:srgbClr val="ECFE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54880" y="3063240"/>
            <a:ext cx="64008" cy="1554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Shape 18"/>
          <p:cNvSpPr/>
          <p:nvPr/>
        </p:nvSpPr>
        <p:spPr>
          <a:xfrm>
            <a:off x="5029200" y="3337560"/>
            <a:ext cx="640080" cy="640080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928" y="3447288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852160" y="32918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del Trabajador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5852160" y="37033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Autoservicio: boletas, vacaciones, permisos, actualización de datos personales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Clave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3931920" cy="96012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417320"/>
            <a:ext cx="594360" cy="594360"/>
          </a:xfrm>
          <a:prstGeom prst="ellipse">
            <a:avLst/>
          </a:prstGeom>
          <a:solidFill>
            <a:srgbClr val="0F766E">
              <a:alpha val="15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5087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23444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Importación automática de biométricos (.dat ZKTeco)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377440"/>
            <a:ext cx="3931920" cy="96012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2560320"/>
            <a:ext cx="594360" cy="594360"/>
          </a:xfrm>
          <a:prstGeom prst="ellipse">
            <a:avLst/>
          </a:prstGeom>
          <a:solidFill>
            <a:srgbClr val="0F766E">
              <a:alpha val="15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5176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237744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automático de HE 25% / 35% / 100% según ley peruana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520440"/>
            <a:ext cx="3931920" cy="96012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22960" y="3703320"/>
            <a:ext cx="594360" cy="594360"/>
          </a:xfrm>
          <a:prstGeom prst="ellipse">
            <a:avLst/>
          </a:prstGeom>
          <a:solidFill>
            <a:srgbClr val="0F766E">
              <a:alpha val="15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79476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00200" y="352044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de planilla configurable: calendario natural o ciclo 22–21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4846320" y="1234440"/>
            <a:ext cx="3931920" cy="96012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029200" y="1417320"/>
            <a:ext cx="594360" cy="594360"/>
          </a:xfrm>
          <a:prstGeom prst="ellipse">
            <a:avLst/>
          </a:prstGeom>
          <a:solidFill>
            <a:srgbClr val="0F766E">
              <a:alpha val="15000"/>
            </a:srgbClr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50876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806440" y="123444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directa de reportes para S10 ERP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4846320" y="2377440"/>
            <a:ext cx="3931920" cy="96012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029200" y="2560320"/>
            <a:ext cx="594360" cy="594360"/>
          </a:xfrm>
          <a:prstGeom prst="ellipse">
            <a:avLst/>
          </a:prstGeom>
          <a:solidFill>
            <a:srgbClr val="0F766E">
              <a:alpha val="15000"/>
            </a:srgbClr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265176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806440" y="237744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 alertas de cierre y KPIs de asistencia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4846320" y="3520440"/>
            <a:ext cx="3931920" cy="96012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5029200" y="3703320"/>
            <a:ext cx="594360" cy="594360"/>
          </a:xfrm>
          <a:prstGeom prst="ellipse">
            <a:avLst/>
          </a:prstGeom>
          <a:solidFill>
            <a:srgbClr val="0F766E">
              <a:alpha val="15000"/>
            </a:srgbClr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3794760"/>
            <a:ext cx="411480" cy="4114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806440" y="352044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 matricial visual con arrastre y turnos rotativos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para tu Empresa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1828800" cy="3200400"/>
          </a:xfrm>
          <a:prstGeom prst="rect">
            <a:avLst/>
          </a:prstGeom>
          <a:solidFill>
            <a:srgbClr val="0D2B2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80160"/>
            <a:ext cx="1828800" cy="54864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554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tiempo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65176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3154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de Tiempo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35204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el cierre de planilla de 3 días a 3 horas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60320" y="1280160"/>
            <a:ext cx="1828800" cy="3200400"/>
          </a:xfrm>
          <a:prstGeom prst="rect">
            <a:avLst/>
          </a:prstGeom>
          <a:solidFill>
            <a:srgbClr val="0D2B2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60320" y="1280160"/>
            <a:ext cx="1828800" cy="54864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3" name="Text 10"/>
          <p:cNvSpPr/>
          <p:nvPr/>
        </p:nvSpPr>
        <p:spPr>
          <a:xfrm>
            <a:off x="2560320" y="1554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2560320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manuales</a:t>
            </a:r>
            <a:endParaRPr lang="en-US" sz="1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265176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651760" y="3154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Errores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2697480" y="35204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Eliminación de cálculos manuales en HE y asistencia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754880" y="1280160"/>
            <a:ext cx="1828800" cy="3200400"/>
          </a:xfrm>
          <a:prstGeom prst="rect">
            <a:avLst/>
          </a:prstGeom>
          <a:solidFill>
            <a:srgbClr val="0D2B2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754880" y="1280160"/>
            <a:ext cx="1828800" cy="54864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20" name="Text 16"/>
          <p:cNvSpPr/>
          <p:nvPr/>
        </p:nvSpPr>
        <p:spPr>
          <a:xfrm>
            <a:off x="4754880" y="1554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21" name="Text 17"/>
          <p:cNvSpPr/>
          <p:nvPr/>
        </p:nvSpPr>
        <p:spPr>
          <a:xfrm>
            <a:off x="4754880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</a:t>
            </a:r>
            <a:endParaRPr lang="en-US" sz="10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651760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846320" y="3154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Laboral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892040" y="35204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automático de normativa laboral peruana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949440" y="1280160"/>
            <a:ext cx="1828800" cy="3200400"/>
          </a:xfrm>
          <a:prstGeom prst="rect">
            <a:avLst/>
          </a:prstGeom>
          <a:solidFill>
            <a:srgbClr val="0D2B2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949440" y="1280160"/>
            <a:ext cx="1828800" cy="54864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27" name="Text 22"/>
          <p:cNvSpPr/>
          <p:nvPr/>
        </p:nvSpPr>
        <p:spPr>
          <a:xfrm>
            <a:off x="6949440" y="1554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</a:t>
            </a:r>
            <a:endParaRPr lang="en-US" sz="3600" dirty="0"/>
          </a:p>
        </p:txBody>
      </p:sp>
      <p:sp>
        <p:nvSpPr>
          <p:cNvPr id="28" name="Text 23"/>
          <p:cNvSpPr/>
          <p:nvPr/>
        </p:nvSpPr>
        <p:spPr>
          <a:xfrm>
            <a:off x="6949440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</a:t>
            </a:r>
            <a:endParaRPr lang="en-US" sz="10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2651760"/>
            <a:ext cx="365760" cy="3657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040880" y="3154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Total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7086600" y="35204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completo de cambios, aprobaciones y workflows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Roles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59436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54864" cy="5943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280160"/>
            <a:ext cx="411480" cy="411480"/>
          </a:xfrm>
          <a:prstGeom prst="ellipse">
            <a:avLst/>
          </a:prstGeom>
          <a:solidFill>
            <a:srgbClr val="0F766E">
              <a:alpha val="15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34416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18872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granulares: Administrador, RRHH, Jefe de Área, Trabajador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1901952"/>
            <a:ext cx="7863840" cy="59436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1901952"/>
            <a:ext cx="54864" cy="5943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Shape 7"/>
          <p:cNvSpPr/>
          <p:nvPr/>
        </p:nvSpPr>
        <p:spPr>
          <a:xfrm>
            <a:off x="914400" y="1993392"/>
            <a:ext cx="411480" cy="411480"/>
          </a:xfrm>
          <a:prstGeom prst="ellipse">
            <a:avLst/>
          </a:prstGeom>
          <a:solidFill>
            <a:srgbClr val="0F766E">
              <a:alpha val="15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20574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1901952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seguro con autenticación y recuperación de contraseña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2615184"/>
            <a:ext cx="7863840" cy="59436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0080" y="2615184"/>
            <a:ext cx="54864" cy="5943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2706624"/>
            <a:ext cx="411480" cy="411480"/>
          </a:xfrm>
          <a:prstGeom prst="ellipse">
            <a:avLst/>
          </a:prstGeom>
          <a:solidFill>
            <a:srgbClr val="0F766E">
              <a:alpha val="15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277063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2615184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 por empresa y área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40080" y="3328416"/>
            <a:ext cx="7863840" cy="59436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0080" y="3328416"/>
            <a:ext cx="54864" cy="5943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Shape 15"/>
          <p:cNvSpPr/>
          <p:nvPr/>
        </p:nvSpPr>
        <p:spPr>
          <a:xfrm>
            <a:off x="914400" y="3419856"/>
            <a:ext cx="411480" cy="411480"/>
          </a:xfrm>
          <a:prstGeom prst="ellipse">
            <a:avLst/>
          </a:prstGeom>
          <a:solidFill>
            <a:srgbClr val="0F766E">
              <a:alpha val="15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348386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3328416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en cloud (Render/AWS) con HTTPS y backups automáticos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640080" y="4041648"/>
            <a:ext cx="7863840" cy="59436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40080" y="4041648"/>
            <a:ext cx="54864" cy="5943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5" name="Shape 19"/>
          <p:cNvSpPr/>
          <p:nvPr/>
        </p:nvSpPr>
        <p:spPr>
          <a:xfrm>
            <a:off x="914400" y="4133088"/>
            <a:ext cx="411480" cy="411480"/>
          </a:xfrm>
          <a:prstGeom prst="ellipse">
            <a:avLst/>
          </a:prstGeom>
          <a:solidFill>
            <a:srgbClr val="0F766E">
              <a:alpha val="15000"/>
            </a:srgbClr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" y="4197096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54480" y="4041648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y PWA para acceso móvil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Quién es Harmoni?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Sectores que transforman su gestión de RRHH con Harmoni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794760" cy="1417320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417320"/>
            <a:ext cx="64008" cy="14173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691640"/>
            <a:ext cx="640080" cy="640080"/>
          </a:xfrm>
          <a:prstGeom prst="ellipse">
            <a:avLst/>
          </a:prstGeom>
          <a:solidFill>
            <a:srgbClr val="B45309">
              <a:alpha val="15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80136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6002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Minería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691640" y="20116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mineras con regímenes atípicos (14x7, 10x10, 5x2)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417320"/>
            <a:ext cx="3794760" cy="141732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417320"/>
            <a:ext cx="64008" cy="14173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2" name="Shape 9"/>
          <p:cNvSpPr/>
          <p:nvPr/>
        </p:nvSpPr>
        <p:spPr>
          <a:xfrm>
            <a:off x="5029200" y="1691640"/>
            <a:ext cx="640080" cy="640080"/>
          </a:xfrm>
          <a:prstGeom prst="ellipse">
            <a:avLst/>
          </a:prstGeom>
          <a:solidFill>
            <a:srgbClr val="1D4ED8">
              <a:alpha val="15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801368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852160" y="16002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5852160" y="20116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Constructoras que exportan planilla a S10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94360" y="3108960"/>
            <a:ext cx="3794760" cy="141732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94360" y="3108960"/>
            <a:ext cx="64008" cy="14173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83280"/>
            <a:ext cx="640080" cy="640080"/>
          </a:xfrm>
          <a:prstGeom prst="ellipse">
            <a:avLst/>
          </a:prstGeom>
          <a:solidFill>
            <a:srgbClr val="16A34A">
              <a:alpha val="15000"/>
            </a:srgbClr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3493008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91640" y="32918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Manufactura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691640" y="37033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Manufactura y agroindustria con control biométrico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754880" y="3108960"/>
            <a:ext cx="3794760" cy="141732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54880" y="3108960"/>
            <a:ext cx="64008" cy="14173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4" name="Shape 19"/>
          <p:cNvSpPr/>
          <p:nvPr/>
        </p:nvSpPr>
        <p:spPr>
          <a:xfrm>
            <a:off x="5029200" y="3383280"/>
            <a:ext cx="640080" cy="640080"/>
          </a:xfrm>
          <a:prstGeom prst="ellipse">
            <a:avLst/>
          </a:prstGeom>
          <a:solidFill>
            <a:srgbClr val="0F766E">
              <a:alpha val="15000"/>
            </a:srgbClr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928" y="3493008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852160" y="32918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Peruanas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5852160" y="37033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empresa peruana que necesite automatizar RRHH y asistencia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de Clase Mundial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463040" cy="2926080"/>
          </a:xfrm>
          <a:prstGeom prst="rect">
            <a:avLst/>
          </a:prstGeom>
          <a:solidFill>
            <a:srgbClr val="134E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37360"/>
            <a:ext cx="640080" cy="640080"/>
          </a:xfrm>
          <a:prstGeom prst="ellipse">
            <a:avLst/>
          </a:prstGeom>
          <a:solidFill>
            <a:srgbClr val="0D2B2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85623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560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29718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+ Python (robusto y seguro)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148840" y="1371600"/>
            <a:ext cx="1463040" cy="2926080"/>
          </a:xfrm>
          <a:prstGeom prst="rect">
            <a:avLst/>
          </a:prstGeom>
          <a:solidFill>
            <a:srgbClr val="134E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60320" y="1737360"/>
            <a:ext cx="640080" cy="640080"/>
          </a:xfrm>
          <a:prstGeom prst="ellipse">
            <a:avLst/>
          </a:prstGeom>
          <a:solidFill>
            <a:srgbClr val="0D2B2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4620" y="1856232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240280" y="2560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2240280" y="29718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(escalable)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840480" y="1371600"/>
            <a:ext cx="1463040" cy="2926080"/>
          </a:xfrm>
          <a:prstGeom prst="rect">
            <a:avLst/>
          </a:prstGeom>
          <a:solidFill>
            <a:srgbClr val="134E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251960" y="1737360"/>
            <a:ext cx="640080" cy="640080"/>
          </a:xfrm>
          <a:prstGeom prst="ellipse">
            <a:avLst/>
          </a:prstGeom>
          <a:solidFill>
            <a:srgbClr val="0D2B2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260" y="1856232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31920" y="2560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3931920" y="29718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+ JavaScript (responsive)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532120" y="1371600"/>
            <a:ext cx="1463040" cy="2926080"/>
          </a:xfrm>
          <a:prstGeom prst="rect">
            <a:avLst/>
          </a:prstGeom>
          <a:solidFill>
            <a:srgbClr val="134E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943600" y="1737360"/>
            <a:ext cx="640080" cy="640080"/>
          </a:xfrm>
          <a:prstGeom prst="ellipse">
            <a:avLst/>
          </a:prstGeom>
          <a:solidFill>
            <a:srgbClr val="0D2B2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7900" y="1856232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23560" y="2560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623560" y="29718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/ AWS / Cloud privado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7223760" y="1371600"/>
            <a:ext cx="1463040" cy="2926080"/>
          </a:xfrm>
          <a:prstGeom prst="rect">
            <a:avLst/>
          </a:prstGeom>
          <a:solidFill>
            <a:srgbClr val="134E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635240" y="1737360"/>
            <a:ext cx="640080" cy="640080"/>
          </a:xfrm>
          <a:prstGeom prst="ellipse">
            <a:avLst/>
          </a:prstGeom>
          <a:solidFill>
            <a:srgbClr val="0D2B27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9540" y="1856232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15200" y="2560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7315200" y="29718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 ERP, ZKTeco, exportación Excel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134E4A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0F766E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7315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 una Demo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Descubre cómo Harmoni puede transformar tu gestión de RRHH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2468880"/>
            <a:ext cx="2377440" cy="1463040"/>
          </a:xfrm>
          <a:prstGeom prst="rect">
            <a:avLst/>
          </a:prstGeom>
          <a:solidFill>
            <a:srgbClr val="134E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00200" y="2651760"/>
            <a:ext cx="548640" cy="548640"/>
          </a:xfrm>
          <a:prstGeom prst="ellipse">
            <a:avLst/>
          </a:prstGeom>
          <a:solidFill>
            <a:srgbClr val="0D2B27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0" y="2770632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3246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harmoni.pe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83280" y="2468880"/>
            <a:ext cx="2377440" cy="1463040"/>
          </a:xfrm>
          <a:prstGeom prst="rect">
            <a:avLst/>
          </a:prstGeom>
          <a:solidFill>
            <a:srgbClr val="134E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97680" y="2651760"/>
            <a:ext cx="548640" cy="548640"/>
          </a:xfrm>
          <a:prstGeom prst="ellipse">
            <a:avLst/>
          </a:prstGeom>
          <a:solidFill>
            <a:srgbClr val="0D2B2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980" y="2770632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83280" y="3246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474720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ti@harmoni.pe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80760" y="2468880"/>
            <a:ext cx="2377440" cy="1463040"/>
          </a:xfrm>
          <a:prstGeom prst="rect">
            <a:avLst/>
          </a:prstGeom>
          <a:solidFill>
            <a:srgbClr val="134E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995160" y="2651760"/>
            <a:ext cx="548640" cy="548640"/>
          </a:xfrm>
          <a:prstGeom prst="ellipse">
            <a:avLst/>
          </a:prstGeom>
          <a:solidFill>
            <a:srgbClr val="0D2B27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9460" y="2770632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080760" y="3246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172200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guiada y capacitación incluida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3" name="Text 18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 ERP — Gestión Inteligente de Recursos Humanos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Harmoni ERP - Brochure Comercial</dc:title>
  <dc:subject>PptxGenJS Presentation</dc:subject>
  <dc:creator>Harmoni ERP</dc:creator>
  <cp:lastModifiedBy>Harmoni ERP</cp:lastModifiedBy>
  <cp:revision>1</cp:revision>
  <dcterms:created xsi:type="dcterms:W3CDTF">2026-03-29T16:06:22Z</dcterms:created>
  <dcterms:modified xsi:type="dcterms:W3CDTF">2026-03-29T16:06:22Z</dcterms:modified>
</cp:coreProperties>
</file>